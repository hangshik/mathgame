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5"/>
  </p:notesMasterIdLst>
  <p:sldIdLst>
    <p:sldId id="334" r:id="rId2"/>
    <p:sldId id="332" r:id="rId3"/>
    <p:sldId id="333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3" d="100"/>
          <a:sy n="153" d="100"/>
        </p:scale>
        <p:origin x="576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7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91355-3470-40EE-A2C4-3B394882987D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FA251A-4D14-4947-A0F5-01FF6F8DAC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49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A3648-EC91-438D-880F-4FD6A261C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83E69D-6DE0-4AEB-A4E1-7BB19EA56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773A00-D331-43FC-8C1D-8B59BE381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424D-8DF2-4569-9FF6-A59186DF206C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1C3433-AA6C-4B60-B5AE-E76150BFA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994295-C077-4AE9-BFD4-478AB795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27E3-CF50-4782-BAEE-858F6D9EA6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884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B58E3-8149-4F84-96E6-CC08F3CF5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EC58A7-B5F0-4992-8131-A7FBB981F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9325A6-FCD5-40CD-9397-7420B4366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FB0C-ED68-436D-8C89-75EF98C610F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AC5EFE-A311-458B-91A6-F9ED4DB52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44FD5C-94E5-44F6-AE6D-D4E729F2F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37B1-7528-4CBC-9A38-3A36CF9D1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304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D28FD1-4787-44A8-BABA-B128DFA2D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393CD6-F345-4CCF-ABA8-A66347DC1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3F104A-BD3D-4181-8C34-5CDBE1A0B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FB0C-ED68-436D-8C89-75EF98C610F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30AAC9-5B89-4FB2-8B6A-400C9B045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714A26-4A03-4651-BB77-E73F62202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37B1-7528-4CBC-9A38-3A36CF9D1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874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877BD-A6F8-4DA5-AFB7-7911B917C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8A8520-8D4C-454F-9D3D-EEED1995B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BE5E20-4427-45A2-9F77-E43A24667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BC41A2-497C-413B-A71C-5E9517EC0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FB0C-ED68-436D-8C89-75EF98C610F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5AA32F-FB8B-424C-82A7-0F03C4BBA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6DEF6F-82BA-4497-8B8D-1558C32FE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37B1-7528-4CBC-9A38-3A36CF9D1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235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2BE1D3-4A2F-46DD-AB9E-4D5ACBED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2FC29E-1383-4886-A8A5-025D08AF0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A9D88C-8202-447A-8AB3-2157F5D26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225B82-2DA6-4622-8DD4-DC1F3EBA7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4F7D47D-9049-48C2-B98A-3CE293D69F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F2E1435-9238-47E3-8BF5-55A3A5E9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FB0C-ED68-436D-8C89-75EF98C610F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8AB13D-23C5-4539-AC40-9E55028F8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8C9BC71-6F20-48EB-9E12-97B31E4A7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37B1-7528-4CBC-9A38-3A36CF9D1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727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1265B-C491-4CA8-B6DF-A3FB61CFB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668F58-80CB-407C-ABBD-2609025DF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FB0C-ED68-436D-8C89-75EF98C610F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7FE83F-CBB7-4C5F-A9EC-4B644B1B0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DEC03E-25B3-4CDD-A406-39B86B1AC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37B1-7528-4CBC-9A38-3A36CF9D1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101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9932FE7-E343-4797-A20B-4B5E6B150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FB0C-ED68-436D-8C89-75EF98C610F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66E8684-78F4-49BF-859A-6DB55B605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65C9D-A08D-4731-9AB4-F16C1928D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37B1-7528-4CBC-9A38-3A36CF9D1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9019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9A9503-12D9-4545-A48A-102EDB14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907D4E-696D-4ECD-9936-54CE86CA7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A7D47D-3906-4CC3-98BD-D7DB0C7C2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2AE7A8-5722-4F1E-9915-B0EE2F26B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FB0C-ED68-436D-8C89-75EF98C610F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431AC0-3ED1-4F7A-9874-D0893A071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8E504F-4295-4EB9-AB77-738F0F25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37B1-7528-4CBC-9A38-3A36CF9D1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707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A0C495-CABD-48E2-9F1E-91AB22206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03761BA-C34A-4A53-9BFB-4327A56166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6B411B-3DC6-4D20-88E4-A9913A7B6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625CB6-9918-4A83-B137-3D50DE47F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FB0C-ED68-436D-8C89-75EF98C610F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60B3AE-9D45-4099-9AEE-12DF4AF49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019064-2B3E-40D0-A083-33272849F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37B1-7528-4CBC-9A38-3A36CF9D1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8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57C30-47EE-46A0-B2DC-FF2EB83B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5945AB-7E0B-4214-9DC5-9A482152F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A18A6A-C734-459E-B8C5-9C75B5DED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FB0C-ED68-436D-8C89-75EF98C610F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1BA657-F26F-426D-9C03-D0073679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B8E637-E175-4C94-810F-E27D43E96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37B1-7528-4CBC-9A38-3A36CF9D1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058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F2B98C6-CE25-47E4-B8CB-6301EBBC6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329214-1552-41BC-98E2-B74DF23EE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DBD095-EE24-43E3-87F1-132233F4D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FB0C-ED68-436D-8C89-75EF98C610F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B50BC0-AEB2-49EB-BDDF-642898DC6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D9B843-BED4-4650-8B4F-848AFE0EC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37B1-7528-4CBC-9A38-3A36CF9D1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710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 hasCustomPrompt="1"/>
          </p:nvPr>
        </p:nvSpPr>
        <p:spPr>
          <a:xfrm>
            <a:off x="1219200" y="260648"/>
            <a:ext cx="10157387" cy="576064"/>
          </a:xfrm>
        </p:spPr>
        <p:txBody>
          <a:bodyPr>
            <a:noAutofit/>
          </a:bodyPr>
          <a:lstStyle>
            <a:lvl1pPr algn="r">
              <a:defRPr lang="ko-KR" altLang="en-US" sz="4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견고딕" panose="02030600000101010101" pitchFamily="18" charset="-127"/>
                <a:ea typeface="HY견고딕" panose="02030600000101010101" pitchFamily="18" charset="-127"/>
                <a:cs typeface="조선일보명조" pitchFamily="18" charset="-127"/>
              </a:defRPr>
            </a:lvl1pPr>
          </a:lstStyle>
          <a:p>
            <a:r>
              <a:rPr lang="ko-KR" altLang="en-US" dirty="0"/>
              <a:t>소제목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>
          <a:xfrm>
            <a:off x="816000" y="1268760"/>
            <a:ext cx="10560000" cy="504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8184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180226-4DE2-4C54-A94B-7F6CCF8C5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92940C-7853-4D68-A21A-9D44877A7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D5D8DC-C735-4D61-AE69-3ECBC4288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6FB0C-ED68-436D-8C89-75EF98C610F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1E07D0-7580-4283-A805-25E5E4D400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B7DF33-13B8-4149-8119-DEA39AA45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637B1-7528-4CBC-9A38-3A36CF9D1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036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2BB3B4B-A75E-47C4-B188-A2177CEAE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56" y="1641557"/>
            <a:ext cx="4172532" cy="42011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0840546-61C2-400B-87BF-2D5E25B10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64" y="1641557"/>
            <a:ext cx="4143953" cy="41534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DC893CD-30B5-4341-89A6-94DD99BD5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3367" y="1556792"/>
            <a:ext cx="1320147" cy="576064"/>
          </a:xfrm>
        </p:spPr>
        <p:txBody>
          <a:bodyPr/>
          <a:lstStyle/>
          <a:p>
            <a:r>
              <a:rPr lang="ko-KR" altLang="en-US" dirty="0"/>
              <a:t>문제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37448B4-DFB0-473E-A7DB-608747E84B26}"/>
              </a:ext>
            </a:extLst>
          </p:cNvPr>
          <p:cNvSpPr txBox="1">
            <a:spLocks/>
          </p:cNvSpPr>
          <p:nvPr/>
        </p:nvSpPr>
        <p:spPr>
          <a:xfrm>
            <a:off x="8026249" y="1556792"/>
            <a:ext cx="1320147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1" hangingPunct="1">
              <a:spcBef>
                <a:spcPct val="0"/>
              </a:spcBef>
              <a:buNone/>
              <a:defRPr lang="ko-KR" altLang="en-US" sz="4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견고딕" panose="02030600000101010101" pitchFamily="18" charset="-127"/>
                <a:ea typeface="HY견고딕" panose="02030600000101010101" pitchFamily="18" charset="-127"/>
                <a:cs typeface="조선일보명조" pitchFamily="18" charset="-127"/>
              </a:defRPr>
            </a:lvl1pPr>
          </a:lstStyle>
          <a:p>
            <a:r>
              <a:rPr lang="ko-KR" altLang="en-US" dirty="0"/>
              <a:t>정답</a:t>
            </a:r>
          </a:p>
        </p:txBody>
      </p:sp>
    </p:spTree>
    <p:extLst>
      <p:ext uri="{BB962C8B-B14F-4D97-AF65-F5344CB8AC3E}">
        <p14:creationId xmlns:p14="http://schemas.microsoft.com/office/powerpoint/2010/main" val="149359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7CDAE06-B73F-49BC-A563-C73B2AEE19C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algn="l"/>
            <a:endParaRPr lang="en-US" altLang="ko-KR" b="0" i="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녹색 원을 클릭하면 빨간색 거울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대각선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이 순서대로 나타납니다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더 클릭하면 다시 녹색 원이 됩니다</a:t>
            </a:r>
            <a:r>
              <a:rPr lang="en-US" altLang="ko-KR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en-US" altLang="ko-KR" b="0" i="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숫자는 해당 위치에서 수평 또는 수직으로 볼 때 보이는 녹색원의 수를 나타냅니다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.(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단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빨간색 거울을 통해 반사되는 것도 포함됩니다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.)</a:t>
            </a: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숫자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과 숫자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에 대한 것은 아래 그림을 참고하세요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숫자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를 따라가보면 녹색 원이 두 번 셀 수도 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br>
              <a:rPr lang="ko-KR" altLang="en-US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4267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5B45CE92-0BCB-4AB4-AC19-6F2918AC7F1B}"/>
              </a:ext>
            </a:extLst>
          </p:cNvPr>
          <p:cNvGrpSpPr/>
          <p:nvPr/>
        </p:nvGrpSpPr>
        <p:grpSpPr>
          <a:xfrm>
            <a:off x="3287688" y="1628800"/>
            <a:ext cx="4172532" cy="4201111"/>
            <a:chOff x="2246853" y="5477875"/>
            <a:chExt cx="4172532" cy="420111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67B9ACB-1CF6-434F-A919-495FD9B82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46853" y="5477875"/>
              <a:ext cx="4172532" cy="4201111"/>
            </a:xfrm>
            <a:prstGeom prst="rect">
              <a:avLst/>
            </a:prstGeom>
          </p:spPr>
        </p:pic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45A20F9D-D0B7-490F-8A3E-58E02ACC22DE}"/>
                </a:ext>
              </a:extLst>
            </p:cNvPr>
            <p:cNvSpPr/>
            <p:nvPr/>
          </p:nvSpPr>
          <p:spPr>
            <a:xfrm>
              <a:off x="2259716" y="7257456"/>
              <a:ext cx="684075" cy="684075"/>
            </a:xfrm>
            <a:prstGeom prst="ellipse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8314660F-1D91-42B5-9AB8-A85029F7FB5F}"/>
                </a:ext>
              </a:extLst>
            </p:cNvPr>
            <p:cNvCxnSpPr/>
            <p:nvPr/>
          </p:nvCxnSpPr>
          <p:spPr>
            <a:xfrm>
              <a:off x="2929222" y="7564240"/>
              <a:ext cx="529200" cy="0"/>
            </a:xfrm>
            <a:prstGeom prst="line">
              <a:avLst/>
            </a:prstGeom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349EFE92-B353-4287-B03A-D239A0C551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3454" y="6021288"/>
              <a:ext cx="4163" cy="1542952"/>
            </a:xfrm>
            <a:prstGeom prst="line">
              <a:avLst/>
            </a:prstGeom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2EF2F364-720A-4D6A-9B7B-29927A0C09DF}"/>
                </a:ext>
              </a:extLst>
            </p:cNvPr>
            <p:cNvSpPr/>
            <p:nvPr/>
          </p:nvSpPr>
          <p:spPr>
            <a:xfrm>
              <a:off x="5687925" y="7257456"/>
              <a:ext cx="684075" cy="684075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B0F0"/>
                </a:solidFill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AE644EF-5C52-48E4-A627-7F174025DFA3}"/>
                </a:ext>
              </a:extLst>
            </p:cNvPr>
            <p:cNvCxnSpPr>
              <a:cxnSpLocks/>
            </p:cNvCxnSpPr>
            <p:nvPr/>
          </p:nvCxnSpPr>
          <p:spPr>
            <a:xfrm>
              <a:off x="3467617" y="7564240"/>
              <a:ext cx="2220308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C59258C5-31B7-42D7-8F0B-773E42C0E8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1268" y="7578728"/>
              <a:ext cx="0" cy="818824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A8973D6F-1E44-4822-B775-DF027731F7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69777" y="8397552"/>
              <a:ext cx="838723" cy="1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CB2889D-425C-40A7-B09B-4F559E0B3C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8500" y="6021288"/>
              <a:ext cx="0" cy="2376265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3459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</TotalTime>
  <Words>68</Words>
  <Application>Microsoft Office PowerPoint</Application>
  <PresentationFormat>와이드스크린</PresentationFormat>
  <Paragraphs>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HY견고딕</vt:lpstr>
      <vt:lpstr>Noto Sans KR</vt:lpstr>
      <vt:lpstr>맑은 고딕</vt:lpstr>
      <vt:lpstr>Arial</vt:lpstr>
      <vt:lpstr>Office 테마</vt:lpstr>
      <vt:lpstr>문제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거울 퍼즐</dc:title>
  <dc:creator>장항식</dc:creator>
  <cp:lastModifiedBy>Hang Shik Jang</cp:lastModifiedBy>
  <cp:revision>31</cp:revision>
  <dcterms:created xsi:type="dcterms:W3CDTF">2014-06-24T06:21:29Z</dcterms:created>
  <dcterms:modified xsi:type="dcterms:W3CDTF">2025-07-28T11:03:42Z</dcterms:modified>
</cp:coreProperties>
</file>